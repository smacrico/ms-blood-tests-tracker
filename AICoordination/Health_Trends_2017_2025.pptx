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Health Trends (2017–2025) – Compiled Plots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Hematology Trends</a:t>
            </a:r>
          </a:p>
        </p:txBody>
      </p:sp>
      <p:pic>
        <p:nvPicPr>
          <p:cNvPr id="4" name="Picture 3" descr="hematology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8782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Inflammation &amp; Thyroid</a:t>
            </a:r>
          </a:p>
        </p:txBody>
      </p:sp>
      <p:pic>
        <p:nvPicPr>
          <p:cNvPr id="4" name="Picture 3" descr="inflammation_thyroid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Metabolic &amp; Renal</a:t>
            </a:r>
          </a:p>
        </p:txBody>
      </p:sp>
      <p:pic>
        <p:nvPicPr>
          <p:cNvPr id="4" name="Picture 3" descr="metabolic_renal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Liver &amp; Bilirubin</a:t>
            </a:r>
          </a:p>
        </p:txBody>
      </p:sp>
      <p:pic>
        <p:nvPicPr>
          <p:cNvPr id="4" name="Picture 3" descr="liver_bilirubin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Lipids, Electrolytes &amp; Vitamins</a:t>
            </a:r>
          </a:p>
        </p:txBody>
      </p:sp>
      <p:pic>
        <p:nvPicPr>
          <p:cNvPr id="4" name="Picture 3" descr="lipids_electrolytes_vitamins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MRI Status Timeline</a:t>
            </a:r>
          </a:p>
        </p:txBody>
      </p:sp>
      <p:pic>
        <p:nvPicPr>
          <p:cNvPr id="4" name="Picture 3" descr="mri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RBC Morphology Heatmap</a:t>
            </a:r>
          </a:p>
        </p:txBody>
      </p:sp>
      <p:pic>
        <p:nvPicPr>
          <p:cNvPr id="4" name="Picture 3" descr="rbc_morpholog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